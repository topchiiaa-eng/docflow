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— веб-приложение для операционных менеджеров групп компаний, которое собирает входящие ЭДО-документы нескольких юрлиц в одну ленту. Идея из моей практики: три юрлица в Диадоке.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измерена на себе: три юрлица, каждое утро — обход трёх ящиков. Документы «требуется подпись» терялись между ящиками.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сделал субагент с веб-поиском. Главный вывод: у провайдеров мультиорганизационность — это переключатель, единой ленты нет. Ниша подтверждена.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скриншот production. Четыре экрана с роутингом, вход по паролю или через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</a:t>
            </a:r>
            <a:pPr indent="0" marL="0">
              <a:buNone/>
            </a:pPr>
            <a:r>
              <a:rPr lang="en-US" sz="6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входящая ЭДО для группы компаний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работа курса «Разработка с AI-агентами»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Анастасия Топчий · октябрь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topchiiaa-eng.github.io/docflow · github.com/topchiiaa-eng/docflow</a:t>
            </a:r>
            <a:endParaRPr lang="en-US" sz="1300" dirty="0"/>
          </a:p>
        </p:txBody>
      </p:sp>
      <p:pic>
        <p:nvPicPr>
          <p:cNvPr id="6" name="Image 0" descr="docs/screenshots/liv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22960"/>
            <a:ext cx="21945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один менеджер — N ящиков ЭДО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 в день уходит на обход ящиков трёх юрлиц в Контур.Диадоке (замер на собственной практике)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задержка, с которой замечают документ «требуется подпись» — и срыв сроков документооборота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166360" y="1691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страдает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Операционные менеджеры и бухгалтеры малых групп компаний (2–10 юрлиц): один человек ведёт документооборот нескольких ООО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41080" y="169164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Интерфейсы ЭДО рассчитаны на «одна организация — один ящик»; несколько юрлиц = переключение контекста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66360" y="3977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было до проекта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 (ДЗ-2): уведомления есть, рабочего места нет — ни фильтров, ни истории, ни очереди на подпись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1248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41080" y="39776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экран на все организации: лента, очередь «на подпись» с явным подтверждением, журнал, роли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2/16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Конкуренты: «несколько юрлиц» = переключатель, а не лента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организаций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и подписание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учётка → список организаций → переключение контекста. Единой ленты нет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Админ / редактор / читатель; маршруты согласования и «доп. подпись» — платные модули (10–230 тыс. ₽/год)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СБИС / Saby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компаний в аккаунте, тариф — на каждую; при отправке выбирается организация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согласование в тарифе, маршруты — отдельная лицензия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 (многофирменный учёт)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«Текущие дела ЭДО» — общий список по базе 1С; нужна 1С у каждого пользователя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Маршруты подписания несколькими сертификатами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DocuSign / PandaDoc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Account / Workspaces (Enterprise) — изоляция, без общей входящей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по аккаунту / workspace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Dext / Hubdoc (бухфирмы)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Ближайший паттерн: панель фирмы, очередь документов по каждому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юридически значимой подписи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Ниша: единая кросс-организационная лента + очередь «на подпись» по ролям + журнал. Главный риск — зависимость от API одного провайдера → абстракция EdoProvider в архитектуре. Анализ выполнен AI-агентом с веб-поиском (docs/competitors.md).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3/16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четыре экрана + вход</a:t>
            </a:r>
            <a:endParaRPr lang="en-US" sz="3200" dirty="0"/>
          </a:p>
        </p:txBody>
      </p:sp>
      <p:pic>
        <p:nvPicPr>
          <p:cNvPr id="3" name="Image 0" descr="docs/screenshots/live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3803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1371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1691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Лента всех организаций, KPI, фильтры, поиск, карточка документа, добавление с PDF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2441448"/>
            <a:ext cx="457200" cy="45720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подпись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27614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«требуется подпись» → диалог подтверждения → подписание по роли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80960" y="351129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83133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журнал: успехи и отказы с причиной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80960" y="45811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354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0118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переименование, удаление; участники по email, роли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715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Адаптивно: ≥1024px — master-detail, на мобильных карточка открывается поверх списка. Каждый экран: loading / error / empty / success.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4/16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журнал подписаний</a:t>
            </a:r>
            <a:endParaRPr lang="en-US" sz="3200" dirty="0"/>
          </a:p>
        </p:txBody>
      </p:sp>
      <p:pic>
        <p:nvPicPr>
          <p:cNvPr id="3" name="Image 0" descr="docs/screenshots/live-organiz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3086100"/>
          </a:xfrm>
          <a:prstGeom prst="rect">
            <a:avLst/>
          </a:prstGeom>
        </p:spPr>
      </p:pic>
      <p:pic>
        <p:nvPicPr>
          <p:cNvPr id="4" name="Image 1" descr="docs/screenshots/live-jour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86400" cy="30861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организаций; участники добавляются по email через RPC (auth.users клиенту недоступна); роль «оператор» без права подписи — для живой проверки политик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пишется только сервером (RPC), клиент не может его менять; отказы фиксируются с причиной — «роль без права подписи», «документ не требует подписи»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5/16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(GitHub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strict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(HashRouter)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EdoProvider — граница с бэкендом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мок-провайдер для тестов и демо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8056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email + Google OAuth (PKCE)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PostgREST: CRUD поверх 5 таблиц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 sign_document, add_member…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приватный bucket PDF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+ права уровня колонок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audit → lint → prettier → tsc → 43 теста → build → deploy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Uptime-workflow + health RPC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JSON-логи → client_logs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Яндекс.Метрика: 14 событий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решение: интерфейс EdoProvider. Фронтенд не знает, откуда данные — бэкенд подключался без изменения компонентов; тот же интерфейс закрывает риск зависимости от одного ЭДО-провайдера.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прав администратора на машине → нет Docker/VPS → Supabase + GitHub Pages: ограничение стало фильтром решений.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6/16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почему именно так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5330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Альтернатива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вместо своего сервера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Node/Express + Postgres в Docker на VPS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прав администратора → нет Docker; нет VPS. Auth, RLS, REST — без собственного сервера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Безопасность в БД, а не в middleware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Проверки прав в API-слое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своего сервера единственная граница доверия — PostgreSQL: RLS, права колонок, security definer RPC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Интерфейс EdoProvider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Прямые вызовы supabase-js из компонентов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Мок → тесты и CI без секретов; бэкенд подключён без правки компонентов; ответ на риск зависимости от одного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Pages + HashRouter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Vercel/Netlify + BrowserRouter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второго аккаунта и токенов (OIDC); цена — нет SPA-fallback → hash-роутинг, решение задокументировано в App.tsx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Чистая логика вне React (src/lib)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Логика внутри компонентов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3 CLAUDE.md: фильтры, валидация, разбор OAuth-ошибок тестируются юнитами без DOM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из ДЗ-1: сначала отсечь по жёстким ограничениям, потом сравнивать. Решения принимал человек; агент предлагал варианты и аргументы. Подробно: docs/agentic_engineering.md §1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7/16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безопасность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Назначение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юрлица; created_by — владелец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org_members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роли: signer / operator / accountant (M:N с auth.users)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входящие; file_path → Storage; check-constraints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sign_attempts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 журнал подписаний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client_logs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warn/error с фронтенда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263640" y="15544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Подписание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через RPC с проверкой роли и статуса; у клиента отозваны права менять status — путь «мимо» физически невозможен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96112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89720" y="1554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везде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 только своих организаций; анонимам — 401; is_member() как security definer против рекурсии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63640" y="384048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OWASP (AI)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находок, 11 исправлены: служебная функция была вызываема через RPC, TOCTOU в подписании, утечка сообщений сервера, CSP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6112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189720" y="3840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9264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Ключи только в .env.local и GitHub Secrets; пароли тестовых учёток ротированы и убраны из репозитория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206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миграций в supabase/migrations — проверены на живой базе API-тестами и e2e под свежим пользователем.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8/16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«подписание только через явное подтверждение»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UI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508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«Утвердить и подписать» не подписывает — открывает диалог с документом, контрагентом, суммой и подписантом. provider.sign() вызывает только «Подтвердить».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15087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правило 8; тест «Отмена не меняет статус»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8036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803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Данные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0175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Обход UI невозможен: у роли authenticated отозван UPDATE на колонку status (права уровня колонок). Прямой PATCH status → 403.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30175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миграция 1; API-тест №4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389120"/>
            <a:ext cx="2103120" cy="1325880"/>
          </a:xfrm>
          <a:prstGeom prst="roundRect">
            <a:avLst>
              <a:gd name="adj" fmla="val 689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38912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Бизнес-правило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45262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путь — RPC sign_document(): членство, роль signer, статус, блокировка строки, запись в append-only журнал (и отказов тоже).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4526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миграции 2, 3, 5; API-тесты №6–9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Происхождение: правило «никогда не подписывать автоматически» для AI-агента из ДЗ-2 (бот Диадока) перенесено с уровня инструкции на уровень архитектуры — подпись юридически значима.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9/16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AI-агент на каждом этапе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30352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использован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дало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Планирование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Идея, анализ конкурентов (субагент + веб-поиск), 3 UI-концепции text-to-UI, 12 user stories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Подтверждённая ниша; концепция выбрана по главному сценарию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Архитектура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 БД и RLS по ТЗ; ТЗ проверено независимым агентом-«техлидом»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критичных пробелов в ТЗ найдены до первой строки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Инициализация, компоненты по RTCF-промптам, тесты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 «бесконечный цикл» найден по скриншоту + консоли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Миграции, RPC, Storage-политики; разбор ошибок PostgreSQL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багов, не видимых локально, пойманы на живой базе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Генерация CI/CD и uptime-workflow, аудит OWASP независимым агентом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Пайплайн дважды остановил деплой по делу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Оптимизация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Рекомендации линтера/агента: чанки, хуки, отмена устаревших ответов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Меньше лишних перерисовок; supabase-js кэшируется отдельно от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проекта (CLAUDE.md) влияли на архитектуру, а не на форматирование: из «подписание только через диалог» вырос RPC с проверкой роли на уровне БД.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10/16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Качество: CI/CD, тесты, мониторинг</a:t>
            </a:r>
            <a:endParaRPr lang="en-US" sz="3200" dirty="0"/>
          </a:p>
        </p:txBody>
      </p:sp>
      <p:pic>
        <p:nvPicPr>
          <p:cNvPr id="3" name="Image 0" descr="docs/screenshots/ci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5216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665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тестов: юниты, компоненты, провайдер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2811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640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4640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API-запросов к живой базе, 5 негативных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665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e2e-сценариев puppeteer на production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811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640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мин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4640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uptime-проверки + алерт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Пайплайн: npm audit → oxlint (0 предупреждений) → prettier → tsc → vitest → build → GitHub Pages → smoke-check. Дважды остановил деплой по делу: не включённый Pages и правки файлов в обход форматтера.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11/16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принципы из курса, а не дефолт агента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Принцип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показал на практике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Fail-fast: дешёвое раньше дорогого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→ lint → prettier → tsc → test → build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прогоны 4–5 упали на prettier за 20 с, не дойдя до сборки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Деплой зависит от качества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needs: quality; только main, не 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«красное» не попало на сайт — job deploy пропущен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Секреты ≠ переменные; без PAT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ключи — Secrets; URL/ID — Variables; деплой по OIDC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публичное видно в логах, секретов нет; нечему утечь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после публикации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живого URL + job verify: Chrome на runner → вход → лента из Supabase → журнал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закрывает разрыв «деплой зелёный, приложение не работает» (кейсы 4–5)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Мониторинг как код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uptime.yml по cron: health RPC + сайт; падение = письмо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отработал в первом же запуске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устаревших, воспроизводимость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concurrency + cancel-in-progress; npm ci + lock + кэш; npm run ci локально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локальный и CI-прогоны совпадают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 нет: Docker-образов (нет сервера, который их запускал бы) и матрицы Node-версий (один runtime в production). Job verify добавлен по замечанию с защиты — см. docs/agentic_engineering.md §2.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12/16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багов, которые не видели зелёные тесты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цикл загрузки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 пропа создавал новый провайдер на каждый рендер. Найдено по скриншоту + консоли браузера; 12 тестов молчали — они передавали стабильный проп.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Кириллица испорчена, миграция «Success»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pbcopy без UTF-8-локали. Найдено сравнением repr() строк из API. Урок: после миграции читать данные обратно.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546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Отказы не попадали в журнал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exception в plpgsql откатывал insert. RPC теперь возвращает {ok, error}. Урок: проверять побочные эффекты негативных сценариев.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546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отклоняла создание организации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… RETURNING проверяется до AFTER-триггера членства. Нашёл только e2e на живой базе — мок и 43 теста не имеют RLS.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пользователь — пустое приложение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владельца (миграция 4) × «не ронять регистрацию» (аудит): ошибка сидинга проглатывалась. Поймал скрипт скриншотов под свежим пользователем.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4944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вывод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«Зелёный прогон» ≠ «работает». Проверять данные и побочные эффекты другим инструментом — и сценарий «с нуля» после каждой миграции.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13/16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я поняла о разработке с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сильнее всего, когда его проверяет другой агент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находки — независимое ревью ТЗ, независимый аудит безопасности, API-тесты против живой базы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влияют на архитектуру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718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«чистая логика без сети» → тестируемые модули; «подписание через диалог» → RPC на уровне БД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ограничения — лучший фильтр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160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sudo → Supabase, GitHub Pages, системный Chrome для e2e — каждое решение оказалось проще альтернатив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377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Абстракция над провайдером окупилась дважды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49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 для тестов и CI без секретов + ответ на главный рыночный риск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14/16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engineering ≠ вайбкодинг: где следы в репозитории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4480560"/>
                <a:gridCol w="21305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Признак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Вайбкодинг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проекте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След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до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агент пишет «как получится»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правил проекта; правило 7 → src/lib с юнитами, правило 8 → RPC в БД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Агент проверяет агента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 верит своему выводу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ревью ТЗ «техлидом» (5 пробелов), аудит OWASP (12 находок), конкуренты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security_audit.md, competitors.md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Верификация другим инструментом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«запустил — вроде работает»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теста, 10 API-тестов к живой базе, 6 e2e на production, «свежий пользователь с нуля»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scripts/, src/**/*.test.*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Баги ловит проверка, не удача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замечает пользователь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багов прошли зелёные тесты — пойманы только верификацией; каждый с причиной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development_process.md, миграции 2, 5, 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Журнал решений и история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коммит «final»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шапка «почему» в каждой миграции; 25+ атомарных коммитов, Co-Authored-By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supabase/migrations, git 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Границы человека и честность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«AI сделал»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человек: архитектура, провайдеры, миграции в прод, приёмка, решения по аудиту; названо, что не сделано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agentic_engineering.md §4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отличие: цикл замкнут на проверке, которую делает не тот, кто генерировал — другой агент, другой инструмент, другой сценарий. Честно: первые версии ci.yml и компонентов — чистая генерация; инженерная ценность появилась после прогонов, линтера и ревью.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15/16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132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экрана, адаптивная вёрстка, формы с валидацией, 4 состояния экрана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связанных таблиц, полный CRUD, RLS, RPC, Storage, OAuth2, аналитика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→ GitHub Pages, мониторинг, JSON-логи, аудит безопасности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на всех этапах — задокументировано с промптами и результатами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теста, 10 API-тестов, 6 e2e-сценариев; 5 багов найдены только на живой базе и исправлены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Приложение: topchiiaa-eng.github.io/docflow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документация: github.com/topchiiaa-eng/docflow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Спасибо! Вопросы?</a:t>
            </a:r>
            <a:endParaRPr lang="en-US" sz="2400" dirty="0"/>
          </a:p>
        </p:txBody>
      </p:sp>
      <p:pic>
        <p:nvPicPr>
          <p:cNvPr id="6" name="Image 0" descr="docs/screenshots/live-sign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822960"/>
            <a:ext cx="3474720" cy="1956816"/>
          </a:xfrm>
          <a:prstGeom prst="rect">
            <a:avLst/>
          </a:prstGeom>
        </p:spPr>
      </p:pic>
      <p:pic>
        <p:nvPicPr>
          <p:cNvPr id="7" name="Image 1" descr="docs/screenshots/live-sign-deni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017520"/>
            <a:ext cx="3474720" cy="1956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ДокПоток — защита проекта</dc:title>
  <dc:subject>PptxGenJS Presentation</dc:subject>
  <dc:creator>PptxGenJS</dc:creator>
  <cp:lastModifiedBy>PptxGenJS</cp:lastModifiedBy>
  <cp:revision>1</cp:revision>
  <dcterms:created xsi:type="dcterms:W3CDTF">2026-10-12T10:49:47Z</dcterms:created>
  <dcterms:modified xsi:type="dcterms:W3CDTF">2026-10-12T10:49:47Z</dcterms:modified>
</cp:coreProperties>
</file>